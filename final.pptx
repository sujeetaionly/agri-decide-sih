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AE56"/>
    <a:srgbClr val="08A94E"/>
    <a:srgbClr val="F8FD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6" d="100"/>
          <a:sy n="66" d="100"/>
        </p:scale>
        <p:origin x="64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56:19.68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57:00.6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163 72 24575,'18'7'0,"-7"-5"0,0 0 0,1-1 0,-1 0 0,1-1 0,-1 0 0,1-1 0,11-2 0,78-21 0,-68 14 0,37-5 0,-64 15 0,-8 3 0,-14 8 0,-26 11 0,30-17 0,-32 16 0,-47 14 0,79-30 0,-1-2 0,0 0 0,0 0 0,0-1 0,0-1 0,0 0 0,0-1 0,-26-2 0,34 1 0,0-1 0,0 1 0,0-1 0,1 0 0,-1 0 0,-5-3 0,10 4 0,-1 1 0,0 0 0,1-1 0,-1 1 0,1-1 0,-1 1 0,1-1 0,-1 1 0,1-1 0,-1 1 0,1-1 0,-1 0 0,1 1 0,0-1 0,-1 1 0,1-1 0,0 0 0,0 0 0,-1 1 0,1-2 0,0 1 0,1 0 0,-1 0 0,0 1 0,1-1 0,-1 0 0,1 0 0,-1 0 0,1 1 0,-1-1 0,1 0 0,-1 1 0,1-1 0,0 0 0,-1 1 0,1-1 0,0 1 0,0-1 0,0 1 0,-1 0 0,1-1 0,2 0 0,7-3 0,1 0 0,0 0 0,0 1 0,0 1 0,0 0 0,12-1 0,73 0 0,-65 3 0,211 13 0,-121-3 0,-121-11 0,0 1 0,0 0 0,0 0 0,1 0 0,-1 0 0,0 0 0,0 0 0,0 0 0,0 0 0,1 0 0,-1 0 0,0 0 0,0 0 0,0 0 0,0 0 0,1 0 0,-1 0 0,0 0 0,0 0 0,0 0 0,0 0 0,1 0 0,-1 0 0,0 0 0,0 0 0,0 0 0,0 0 0,0 0 0,1 0 0,-1 0 0,0 1 0,0-1 0,0 0 0,0 0 0,0 0 0,0 0 0,1 0 0,-1 1 0,0-1 0,0 0 0,0 0 0,0 0 0,0 0 0,0 0 0,0 1 0,0-1 0,0 0 0,0 0 0,0 0 0,0 0 0,0 1 0,0-1 0,0 0 0,0 0 0,0 0 0,0 0 0,0 1 0,0-1 0,0 0 0,0 0 0,0 0 0,-14 10 0,-21 6 0,10-7 0,0-2 0,-1-1 0,1-1 0,-1-1 0,0-1 0,-51-1 0,37-5 0,1-2 0,-1-1 0,-72-21 0,97 22 0,5 1 0,-1 1 0,1 0 0,0 0 0,-1 1 0,1 1 0,-1 0 0,1 0 0,-14 2 0,24-1 0,-1-1 0,1 1 0,-1 1 0,1-1 0,-1 0 0,1 0 0,0 0 0,-1 0 0,1 0 0,-1 0 0,1 0 0,-1 1 0,1-1 0,0 0 0,-1 0 0,1 0 0,0 1 0,-1-1 0,1 0 0,0 1 0,-1-1 0,1 0 0,-1 1 0,8 5 0,18 2 0,-5-4 0,0-2 0,0 0 0,1-1 0,37-4 0,84-18 0,-106 15 0,55-11 0,78-12 0,-129 25 0,-1 1 0,53 3 0,-118 19 0,-7-3 0,-2-2 0,0-1 0,0-1 0,-1-2 0,0-2 0,-66 7 0,-228-5 0,282-10 0,-70-1 0,350-47 0,-12 2 0,-172 39 0,0 1 0,82 3 0,-142 4 0,0 0 0,-20 6 0,-3-1 0,1-1 0,-333 30 0,269-35 0,116-7 0,-6 2 0,20-5 0,0 2 0,1 1 0,0 1 0,62-2 0,136 14 0,-63 1 0,-97-10 0,132-23 0,-39 2 0,-148 23 0,-30 1 0,-10 2 0,-252-5 0,88-2 0,330 8 0,342-15 0,-513 26 0,-12 0 0,-1-1 0,-50 7 0,-90 7 0,121-20 0,14 1 0,24-4 0,-1-1 0,0 0 0,-38-2 0,121 6 0,36 2 0,324-11 0,-83-3 0,-274 7 0,-21-1 0,-31-1 0,-11-1 0,-73-1 0,-99 8 0,64 0 0,45-6 0,88 11 0,9-3 0,-1-1 0,1-2 0,41 1 0,103-4 0,-106-3 0,31-1 0,106 3 0,-289-3 0,1 3 0,-90 13 0,93-6 0,0-3 0,-113-7 0,131-6-682,-74-19-1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57:32.904"/>
    </inkml:context>
    <inkml:brush xml:id="br0">
      <inkml:brushProperty name="width" value="0.05" units="cm"/>
      <inkml:brushProperty name="height" value="0.05" units="cm"/>
      <inkml:brushProperty name="color" value="#F0F6FE"/>
    </inkml:brush>
  </inkml:definitions>
  <inkml:trace contextRef="#ctx0" brushRef="#br0">0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57:36.543"/>
    </inkml:context>
    <inkml:brush xml:id="br0">
      <inkml:brushProperty name="width" value="0.05" units="cm"/>
      <inkml:brushProperty name="height" value="0.05" units="cm"/>
      <inkml:brushProperty name="color" value="#F0F6FE"/>
    </inkml:brush>
  </inkml:definitions>
  <inkml:trace contextRef="#ctx0" brushRef="#br0">505 7 24561,'-462'-6'0,"420"80"0,546-142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58:08.5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1 1 24575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58:19.3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1 107 24575,'43'8'0,"-17"-8"44,-1-2 0,1 0 0,46-10 0,74-29 121,-6 1-522,-113 34 20,0 2 0,0 0-1,36 1 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58:19.96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56 24575,'0'0'0,"12"2"0,334 5 0,-213-9 0,19 2-455,0-8 0,211-36 0,-313 34-6371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58:20.8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6 24575,'112'-3'0,"35"0"0,79 10 0,508 10 0,-695-17-1365,-7 0-5461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5:58:22.5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 24575,'79'-1'0,"-11"-1"0,0 4 0,124 17 0,-162-14 0,1-2 0,43-1 0,36 2 0,359 46 0,-440-49 0,-6 1 0,-52 1 0,-162 12 0,-282-14 0,275-8-1365,166 5-5461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6:00:24.7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24575,'0'0'-8191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6:00:31.3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1098 167 24575,'171'-3'0,"-223"-1"0,43 3 0,-1 1 0,0-1 0,0 0 0,1-1 0,-10-3 0,9 3 0,0-1 0,-1 2 0,1-1 0,-19 1 0,-27-4 0,-142-26 0,135 24 0,5 1 0,-62-14 0,79 7 0,32 9 0,-1 0 0,0 1 0,-21-3 0,-145-3 0,65-3 0,-85-8-1365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6:00:36.7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7 24575,'149'-6'0,"-200"6"0,31 0 0,31 0 0,73 6 265,-34-1-1895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6:00:40.9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36 24301,'734'-35'0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6:01:01.1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18 24470,'419'-17'0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6:01:04.08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23892,'443'0'0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6:01:12.493"/>
    </inkml:context>
    <inkml:brush xml:id="br0">
      <inkml:brushProperty name="width" value="0.05" units="cm"/>
      <inkml:brushProperty name="height" value="0.05" units="cm"/>
      <inkml:brushProperty name="color" value="#F0F6FE"/>
    </inkml:brush>
  </inkml:definitions>
  <inkml:trace contextRef="#ctx0" brushRef="#br0">951 106 24465,'40'-59'0,"-1031"13"0,1942 151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6:01:22.493"/>
    </inkml:context>
    <inkml:brush xml:id="br0">
      <inkml:brushProperty name="width" value="0.05" units="cm"/>
      <inkml:brushProperty name="height" value="0.05" units="cm"/>
      <inkml:brushProperty name="color" value="#F0F6FE"/>
    </inkml:brush>
  </inkml:definitions>
  <inkml:trace contextRef="#ctx0" brushRef="#br0">0 36 24575,'4'-1'0,"4"0"0,1 0 0,4 0 0,4-1 0,3-2 0,2 0 0,2 0 0,0 0 0,-2 0 0,-3 2 0,-4 1 0,-2-1 0,-3 1 0,-1 0 0,-2-1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6:01:24.657"/>
    </inkml:context>
    <inkml:brush xml:id="br0">
      <inkml:brushProperty name="width" value="0.05" units="cm"/>
      <inkml:brushProperty name="height" value="0.05" units="cm"/>
      <inkml:brushProperty name="color" value="#F0F6FE"/>
    </inkml:brush>
  </inkml:definitions>
  <inkml:trace contextRef="#ctx0" brushRef="#br0">0 12 24423,'454'-12'0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6:01:30.262"/>
    </inkml:context>
    <inkml:brush xml:id="br0">
      <inkml:brushProperty name="width" value="0.05" units="cm"/>
      <inkml:brushProperty name="height" value="0.05" units="cm"/>
      <inkml:brushProperty name="color" value="#F0F6FE"/>
    </inkml:brush>
  </inkml:definitions>
  <inkml:trace contextRef="#ctx0" brushRef="#br0">1 1 24549,'1578'58'0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6:01:33.847"/>
    </inkml:context>
    <inkml:brush xml:id="br0">
      <inkml:brushProperty name="width" value="0.05" units="cm"/>
      <inkml:brushProperty name="height" value="0.05" units="cm"/>
      <inkml:brushProperty name="color" value="#F0F6FE"/>
    </inkml:brush>
  </inkml:definitions>
  <inkml:trace contextRef="#ctx0" brushRef="#br0">956 1 24575,'-576'0'0,"536"2"0,-75 14 0,32-4 0,-59-1-1365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6:01:40.5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30 24575,'17'-1'0,"-1"-1"0,1-1 0,24-6 0,-24 5 0,-1 0 0,1 1 0,27-1 0,61 4-1365,-97 0-5461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6:01:44.0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24575,'8'2'0,"1"0"0,-1 0 0,0-1 0,1 0 0,-1 0 0,1-1 0,-1 0 0,15-2 0,7 1 0,289 1-1365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6:01:45.6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24575,'2'0'0,"3"0"0,3 0 0,1 0 0,1 0 0,-1 0 0,-1 0 0,-1 0 0,0 0 0,-1 0 0,0 0 0,0 0 0,-1 0 0,1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6:01:48.4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24575,'1'0'0,"1"0"0,2 0 0,2 0 0,2 0 0,4 0 0,0 0 0,-1 0 0,-1 0 0,-1 0 0,-2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6:01:51.28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23892,'355'0'0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6:00:46.0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24575,'0'0'-8191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6:00:46.6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24575,'0'0'-8191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6:00:48.2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35 24575,'2'-1'0,"0"0"0,1 0 0,-1 0 0,0 0 0,0 1 0,0-1 0,1 1 0,-1 0 0,0 0 0,3 0 0,8-1 0,0-1 0,-1 0 0,1-1 0,-1 0 0,19-7 0,-21 6 0,4 1-1365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6:00:52.4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34 24575,'28'0'0,"0"-1"0,1-2 0,-1-1 0,38-11 0,-7 4-1365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6:00:54.6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47 24575,'11'0'0,"-1"-1"0,1-1 0,-1 1 0,1-2 0,13-4 0,-24 7 0,67-15 336,9-3-2037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16:01:54.3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33 24575,'3'-1'0,"-1"0"0,0 0 0,1 0 0,-1 0 0,0 1 0,1-1 0,-1 1 0,1-1 0,-1 1 0,1 0 0,4 1 0,-6-1 0,41 0 0,-18 0 0,1-1 0,44-6 0,33-6 0,-73 10 0,1 1 0,54 3 0,-24 1 0,-26-2-1365,-23 0-5461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24-Aug-26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24-Aug-26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24-Aug-26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24-Aug-26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.png"/><Relationship Id="rId18" Type="http://schemas.openxmlformats.org/officeDocument/2006/relationships/customXml" Target="../ink/ink8.xml"/><Relationship Id="rId26" Type="http://schemas.openxmlformats.org/officeDocument/2006/relationships/image" Target="../media/image14.png"/><Relationship Id="rId39" Type="http://schemas.openxmlformats.org/officeDocument/2006/relationships/customXml" Target="../ink/ink19.xml"/><Relationship Id="rId21" Type="http://schemas.openxmlformats.org/officeDocument/2006/relationships/image" Target="../media/image12.png"/><Relationship Id="rId34" Type="http://schemas.openxmlformats.org/officeDocument/2006/relationships/image" Target="../media/image18.png"/><Relationship Id="rId42" Type="http://schemas.openxmlformats.org/officeDocument/2006/relationships/image" Target="../media/image22.png"/><Relationship Id="rId47" Type="http://schemas.openxmlformats.org/officeDocument/2006/relationships/customXml" Target="../ink/ink23.xml"/><Relationship Id="rId50" Type="http://schemas.openxmlformats.org/officeDocument/2006/relationships/customXml" Target="../ink/ink25.xml"/><Relationship Id="rId55" Type="http://schemas.openxmlformats.org/officeDocument/2006/relationships/image" Target="../media/image27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6" Type="http://schemas.openxmlformats.org/officeDocument/2006/relationships/customXml" Target="../ink/ink7.xml"/><Relationship Id="rId29" Type="http://schemas.openxmlformats.org/officeDocument/2006/relationships/customXml" Target="../ink/ink14.xml"/><Relationship Id="rId11" Type="http://schemas.openxmlformats.org/officeDocument/2006/relationships/image" Target="../media/image7.png"/><Relationship Id="rId24" Type="http://schemas.openxmlformats.org/officeDocument/2006/relationships/image" Target="../media/image13.png"/><Relationship Id="rId32" Type="http://schemas.openxmlformats.org/officeDocument/2006/relationships/image" Target="../media/image17.png"/><Relationship Id="rId37" Type="http://schemas.openxmlformats.org/officeDocument/2006/relationships/customXml" Target="../ink/ink18.xml"/><Relationship Id="rId40" Type="http://schemas.openxmlformats.org/officeDocument/2006/relationships/image" Target="../media/image21.png"/><Relationship Id="rId45" Type="http://schemas.openxmlformats.org/officeDocument/2006/relationships/customXml" Target="../ink/ink22.xml"/><Relationship Id="rId53" Type="http://schemas.openxmlformats.org/officeDocument/2006/relationships/customXml" Target="../ink/ink27.xml"/><Relationship Id="rId58" Type="http://schemas.openxmlformats.org/officeDocument/2006/relationships/customXml" Target="../ink/ink30.xml"/><Relationship Id="rId5" Type="http://schemas.openxmlformats.org/officeDocument/2006/relationships/image" Target="../media/image4.png"/><Relationship Id="rId61" Type="http://schemas.openxmlformats.org/officeDocument/2006/relationships/image" Target="../media/image30.png"/><Relationship Id="rId19" Type="http://schemas.openxmlformats.org/officeDocument/2006/relationships/image" Target="../media/image11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Relationship Id="rId27" Type="http://schemas.openxmlformats.org/officeDocument/2006/relationships/customXml" Target="../ink/ink13.xml"/><Relationship Id="rId30" Type="http://schemas.openxmlformats.org/officeDocument/2006/relationships/image" Target="../media/image16.png"/><Relationship Id="rId35" Type="http://schemas.openxmlformats.org/officeDocument/2006/relationships/customXml" Target="../ink/ink17.xml"/><Relationship Id="rId43" Type="http://schemas.openxmlformats.org/officeDocument/2006/relationships/customXml" Target="../ink/ink21.xml"/><Relationship Id="rId48" Type="http://schemas.openxmlformats.org/officeDocument/2006/relationships/image" Target="../media/image25.png"/><Relationship Id="rId56" Type="http://schemas.openxmlformats.org/officeDocument/2006/relationships/customXml" Target="../ink/ink29.xml"/><Relationship Id="rId8" Type="http://schemas.openxmlformats.org/officeDocument/2006/relationships/customXml" Target="../ink/ink3.xml"/><Relationship Id="rId51" Type="http://schemas.openxmlformats.org/officeDocument/2006/relationships/image" Target="../media/image26.png"/><Relationship Id="rId3" Type="http://schemas.openxmlformats.org/officeDocument/2006/relationships/image" Target="../media/image3.png"/><Relationship Id="rId12" Type="http://schemas.openxmlformats.org/officeDocument/2006/relationships/customXml" Target="../ink/ink5.xml"/><Relationship Id="rId17" Type="http://schemas.openxmlformats.org/officeDocument/2006/relationships/image" Target="../media/image10.png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image" Target="../media/image20.png"/><Relationship Id="rId46" Type="http://schemas.openxmlformats.org/officeDocument/2006/relationships/image" Target="../media/image24.png"/><Relationship Id="rId59" Type="http://schemas.openxmlformats.org/officeDocument/2006/relationships/image" Target="../media/image29.png"/><Relationship Id="rId20" Type="http://schemas.openxmlformats.org/officeDocument/2006/relationships/customXml" Target="../ink/ink9.xml"/><Relationship Id="rId41" Type="http://schemas.openxmlformats.org/officeDocument/2006/relationships/customXml" Target="../ink/ink20.xml"/><Relationship Id="rId54" Type="http://schemas.openxmlformats.org/officeDocument/2006/relationships/customXml" Target="../ink/ink28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.xml"/><Relationship Id="rId15" Type="http://schemas.openxmlformats.org/officeDocument/2006/relationships/image" Target="../media/image9.png"/><Relationship Id="rId23" Type="http://schemas.openxmlformats.org/officeDocument/2006/relationships/customXml" Target="../ink/ink11.xml"/><Relationship Id="rId28" Type="http://schemas.openxmlformats.org/officeDocument/2006/relationships/image" Target="../media/image15.png"/><Relationship Id="rId36" Type="http://schemas.openxmlformats.org/officeDocument/2006/relationships/image" Target="../media/image19.png"/><Relationship Id="rId49" Type="http://schemas.openxmlformats.org/officeDocument/2006/relationships/customXml" Target="../ink/ink24.xml"/><Relationship Id="rId57" Type="http://schemas.openxmlformats.org/officeDocument/2006/relationships/image" Target="../media/image28.png"/><Relationship Id="rId10" Type="http://schemas.openxmlformats.org/officeDocument/2006/relationships/customXml" Target="../ink/ink4.xml"/><Relationship Id="rId31" Type="http://schemas.openxmlformats.org/officeDocument/2006/relationships/customXml" Target="../ink/ink15.xml"/><Relationship Id="rId44" Type="http://schemas.openxmlformats.org/officeDocument/2006/relationships/image" Target="../media/image23.png"/><Relationship Id="rId52" Type="http://schemas.openxmlformats.org/officeDocument/2006/relationships/customXml" Target="../ink/ink26.xml"/><Relationship Id="rId60" Type="http://schemas.openxmlformats.org/officeDocument/2006/relationships/customXml" Target="../ink/ink31.xml"/><Relationship Id="rId4" Type="http://schemas.openxmlformats.org/officeDocument/2006/relationships/customXml" Target="../ink/ink1.xml"/><Relationship Id="rId9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imd.gov.in/" TargetMode="External"/><Relationship Id="rId13" Type="http://schemas.openxmlformats.org/officeDocument/2006/relationships/hyperlink" Target="https://agristack.gov.in/" TargetMode="External"/><Relationship Id="rId3" Type="http://schemas.openxmlformats.org/officeDocument/2006/relationships/image" Target="../media/image35.png"/><Relationship Id="rId7" Type="http://schemas.openxmlformats.org/officeDocument/2006/relationships/hyperlink" Target="https://icar.org.in/" TargetMode="External"/><Relationship Id="rId12" Type="http://schemas.openxmlformats.org/officeDocument/2006/relationships/hyperlink" Target="https://www.icrisat.org/" TargetMode="External"/><Relationship Id="rId17" Type="http://schemas.openxmlformats.org/officeDocument/2006/relationships/image" Target="../media/image42.svg"/><Relationship Id="rId2" Type="http://schemas.openxmlformats.org/officeDocument/2006/relationships/image" Target="../media/image38.png"/><Relationship Id="rId16" Type="http://schemas.openxmlformats.org/officeDocument/2006/relationships/hyperlink" Target="https://youtu.be/a_G_IizFmDI?si=YIjTRzeG41qFG1Gu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agmarknet.gov.in/" TargetMode="External"/><Relationship Id="rId11" Type="http://schemas.openxmlformats.org/officeDocument/2006/relationships/hyperlink" Target="https://xgboost.ai/" TargetMode="External"/><Relationship Id="rId5" Type="http://schemas.openxmlformats.org/officeDocument/2006/relationships/hyperlink" Target="https://cacp.da.gov.in/" TargetMode="External"/><Relationship Id="rId15" Type="http://schemas.openxmlformats.org/officeDocument/2006/relationships/hyperlink" Target="https://github.com/sujeetaionly/agri-decide-sih" TargetMode="External"/><Relationship Id="rId10" Type="http://schemas.openxmlformats.org/officeDocument/2006/relationships/hyperlink" Target="https://soilgrids.org/" TargetMode="External"/><Relationship Id="rId4" Type="http://schemas.openxmlformats.org/officeDocument/2006/relationships/image" Target="../media/image39.png"/><Relationship Id="rId9" Type="http://schemas.openxmlformats.org/officeDocument/2006/relationships/image" Target="../media/image40.png"/><Relationship Id="rId14" Type="http://schemas.openxmlformats.org/officeDocument/2006/relationships/image" Target="../media/image4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_h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ser_cleaned_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0" y="182880"/>
            <a:ext cx="6705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rPr dirty="0"/>
              <a:t>Fasal-Disha (</a:t>
            </a:r>
            <a:r>
              <a:rPr dirty="0" err="1"/>
              <a:t>फसल-दिशा</a:t>
            </a:r>
            <a:r>
              <a:rPr dirty="0"/>
              <a:t>)</a:t>
            </a:r>
          </a:p>
          <a:p>
            <a:pPr algn="ctr">
              <a:defRPr sz="1100" b="1">
                <a:solidFill>
                  <a:srgbClr val="14532D"/>
                </a:solidFill>
                <a:latin typeface="Arial"/>
              </a:defRPr>
            </a:pPr>
            <a:r>
              <a:rPr dirty="0" err="1"/>
              <a:t>हर</a:t>
            </a:r>
            <a:r>
              <a:rPr dirty="0"/>
              <a:t> </a:t>
            </a:r>
            <a:r>
              <a:rPr dirty="0" err="1"/>
              <a:t>खेत</a:t>
            </a:r>
            <a:r>
              <a:rPr dirty="0"/>
              <a:t> </a:t>
            </a:r>
            <a:r>
              <a:rPr dirty="0" err="1"/>
              <a:t>को</a:t>
            </a:r>
            <a:r>
              <a:rPr dirty="0"/>
              <a:t> </a:t>
            </a:r>
            <a:r>
              <a:rPr dirty="0" err="1"/>
              <a:t>मिले</a:t>
            </a:r>
            <a:r>
              <a:rPr dirty="0"/>
              <a:t> </a:t>
            </a:r>
            <a:r>
              <a:rPr dirty="0" err="1"/>
              <a:t>सही</a:t>
            </a:r>
            <a:r>
              <a:rPr dirty="0"/>
              <a:t> </a:t>
            </a:r>
            <a:r>
              <a:rPr dirty="0" err="1"/>
              <a:t>दिशा</a:t>
            </a:r>
            <a:r>
              <a:rPr dirty="0"/>
              <a:t> — AI-Powered Net Profit (₹/Acre) Crop Decision Platform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5909EC-9EE3-BA0C-B17D-CE2DEFA7C5F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7617" y="1131357"/>
            <a:ext cx="11476459" cy="522154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157A73F-AA7F-E2AE-6590-163A9923E3A6}"/>
                  </a:ext>
                </a:extLst>
              </p14:cNvPr>
              <p14:cNvContentPartPr/>
              <p14:nvPr/>
            </p14:nvContentPartPr>
            <p14:xfrm>
              <a:off x="5509667" y="3646947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157A73F-AA7F-E2AE-6590-163A9923E3A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503547" y="3640827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6EAC7CAC-3391-6A9F-1EE3-89C2C30DAB31}"/>
                  </a:ext>
                </a:extLst>
              </p14:cNvPr>
              <p14:cNvContentPartPr/>
              <p14:nvPr/>
            </p14:nvContentPartPr>
            <p14:xfrm>
              <a:off x="5437667" y="3587907"/>
              <a:ext cx="737640" cy="716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6EAC7CAC-3391-6A9F-1EE3-89C2C30DAB3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428667" y="3579267"/>
                <a:ext cx="755280" cy="8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D760B731-EEF9-6B4D-3A17-5A856D6FD947}"/>
                  </a:ext>
                </a:extLst>
              </p14:cNvPr>
              <p14:cNvContentPartPr/>
              <p14:nvPr/>
            </p14:nvContentPartPr>
            <p14:xfrm>
              <a:off x="5877947" y="3685107"/>
              <a:ext cx="3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D760B731-EEF9-6B4D-3A17-5A856D6FD94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868947" y="3676107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E367D470-3BCF-ED25-7D00-4ED61F1D24EB}"/>
                  </a:ext>
                </a:extLst>
              </p14:cNvPr>
              <p14:cNvContentPartPr/>
              <p14:nvPr/>
            </p14:nvContentPartPr>
            <p14:xfrm>
              <a:off x="5830427" y="3697347"/>
              <a:ext cx="181800" cy="270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E367D470-3BCF-ED25-7D00-4ED61F1D24E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821787" y="3688707"/>
                <a:ext cx="19944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9DB5A1E4-EB0A-CF30-45C1-169C0606B4A1}"/>
                  </a:ext>
                </a:extLst>
              </p14:cNvPr>
              <p14:cNvContentPartPr/>
              <p14:nvPr/>
            </p14:nvContentPartPr>
            <p14:xfrm>
              <a:off x="5646433" y="3611238"/>
              <a:ext cx="36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9DB5A1E4-EB0A-CF30-45C1-169C0606B4A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637793" y="3602598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489EC98B-4201-DE2A-88B2-D8D8FD14A6B9}"/>
              </a:ext>
            </a:extLst>
          </p:cNvPr>
          <p:cNvGrpSpPr/>
          <p:nvPr/>
        </p:nvGrpSpPr>
        <p:grpSpPr>
          <a:xfrm>
            <a:off x="5359513" y="3615198"/>
            <a:ext cx="529560" cy="45720"/>
            <a:chOff x="5359513" y="3615198"/>
            <a:chExt cx="529560" cy="4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49546A4-82A6-C833-2115-FC1D75AEB22A}"/>
                    </a:ext>
                  </a:extLst>
                </p14:cNvPr>
                <p14:cNvContentPartPr/>
                <p14:nvPr/>
              </p14:nvContentPartPr>
              <p14:xfrm>
                <a:off x="5456713" y="3619518"/>
                <a:ext cx="224280" cy="414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49546A4-82A6-C833-2115-FC1D75AEB22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448073" y="3610878"/>
                  <a:ext cx="24192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0867B4D-2A5B-BFB8-B005-DD266DD0C808}"/>
                    </a:ext>
                  </a:extLst>
                </p14:cNvPr>
                <p14:cNvContentPartPr/>
                <p14:nvPr/>
              </p14:nvContentPartPr>
              <p14:xfrm>
                <a:off x="5454193" y="3619518"/>
                <a:ext cx="434880" cy="234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0867B4D-2A5B-BFB8-B005-DD266DD0C80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445193" y="3610878"/>
                  <a:ext cx="45252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7303730-079E-8053-91D3-519AE5DF2F63}"/>
                    </a:ext>
                  </a:extLst>
                </p14:cNvPr>
                <p14:cNvContentPartPr/>
                <p14:nvPr/>
              </p14:nvContentPartPr>
              <p14:xfrm>
                <a:off x="5359513" y="3615198"/>
                <a:ext cx="464760" cy="90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7303730-079E-8053-91D3-519AE5DF2F6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350513" y="3606198"/>
                  <a:ext cx="48240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31E0615-453C-411E-B8E3-7FEE8BE2F573}"/>
                    </a:ext>
                  </a:extLst>
                </p14:cNvPr>
                <p14:cNvContentPartPr/>
                <p14:nvPr/>
              </p14:nvContentPartPr>
              <p14:xfrm>
                <a:off x="5399473" y="3618078"/>
                <a:ext cx="422640" cy="388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31E0615-453C-411E-B8E3-7FEE8BE2F57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390833" y="3609078"/>
                  <a:ext cx="440280" cy="56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A0512FCD-FFBF-2404-698A-BC108F317732}"/>
                  </a:ext>
                </a:extLst>
              </p14:cNvPr>
              <p14:cNvContentPartPr/>
              <p14:nvPr/>
            </p14:nvContentPartPr>
            <p14:xfrm>
              <a:off x="1688258" y="1132263"/>
              <a:ext cx="360" cy="3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A0512FCD-FFBF-2404-698A-BC108F31773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679258" y="112362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210E3E00-7613-F0B8-50F6-8F9F6CF93688}"/>
                  </a:ext>
                </a:extLst>
              </p14:cNvPr>
              <p14:cNvContentPartPr/>
              <p14:nvPr/>
            </p14:nvContentPartPr>
            <p14:xfrm>
              <a:off x="1206938" y="1072503"/>
              <a:ext cx="456840" cy="6012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210E3E00-7613-F0B8-50F6-8F9F6CF93688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198298" y="1063863"/>
                <a:ext cx="474480" cy="7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B282ECAB-9906-C558-FD71-378B7B7D00C9}"/>
                  </a:ext>
                </a:extLst>
              </p14:cNvPr>
              <p14:cNvContentPartPr/>
              <p14:nvPr/>
            </p14:nvContentPartPr>
            <p14:xfrm>
              <a:off x="1556138" y="1119663"/>
              <a:ext cx="80640" cy="432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B282ECAB-9906-C558-FD71-378B7B7D00C9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547138" y="1111023"/>
                <a:ext cx="9828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A6C5C57D-8BE9-B044-EF62-63EB413D285C}"/>
                  </a:ext>
                </a:extLst>
              </p14:cNvPr>
              <p14:cNvContentPartPr/>
              <p14:nvPr/>
            </p14:nvContentPartPr>
            <p14:xfrm>
              <a:off x="1587458" y="1127943"/>
              <a:ext cx="264600" cy="129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A6C5C57D-8BE9-B044-EF62-63EB413D285C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578458" y="1119303"/>
                <a:ext cx="282240" cy="3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A5D3EFEC-7D23-914E-9E5F-0FDB75062F6C}"/>
                  </a:ext>
                </a:extLst>
              </p14:cNvPr>
              <p14:cNvContentPartPr/>
              <p14:nvPr/>
            </p14:nvContentPartPr>
            <p14:xfrm>
              <a:off x="1039898" y="1127943"/>
              <a:ext cx="151200" cy="648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A5D3EFEC-7D23-914E-9E5F-0FDB75062F6C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031258" y="1119303"/>
                <a:ext cx="16884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C9A3095C-6A82-F896-1250-56D3DDA9B7B5}"/>
                  </a:ext>
                </a:extLst>
              </p14:cNvPr>
              <p14:cNvContentPartPr/>
              <p14:nvPr/>
            </p14:nvContentPartPr>
            <p14:xfrm>
              <a:off x="1073738" y="1125783"/>
              <a:ext cx="159840" cy="36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C9A3095C-6A82-F896-1250-56D3DDA9B7B5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064738" y="1117143"/>
                <a:ext cx="17748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0169E568-03A3-DC18-E5A9-8FF6C3D1BD33}"/>
                  </a:ext>
                </a:extLst>
              </p14:cNvPr>
              <p14:cNvContentPartPr/>
              <p14:nvPr/>
            </p14:nvContentPartPr>
            <p14:xfrm>
              <a:off x="1103258" y="1162503"/>
              <a:ext cx="357120" cy="3816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0169E568-03A3-DC18-E5A9-8FF6C3D1BD33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094258" y="1153503"/>
                <a:ext cx="37476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DEE9ECA4-281B-A008-DF9B-77425A265560}"/>
                  </a:ext>
                </a:extLst>
              </p14:cNvPr>
              <p14:cNvContentPartPr/>
              <p14:nvPr/>
            </p14:nvContentPartPr>
            <p14:xfrm>
              <a:off x="1455338" y="1171863"/>
              <a:ext cx="84960" cy="1296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DEE9ECA4-281B-A008-DF9B-77425A265560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446338" y="1163223"/>
                <a:ext cx="102600" cy="3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19279AEB-808E-B879-7099-F73A2AEC4941}"/>
                  </a:ext>
                </a:extLst>
              </p14:cNvPr>
              <p14:cNvContentPartPr/>
              <p14:nvPr/>
            </p14:nvContentPartPr>
            <p14:xfrm>
              <a:off x="1459658" y="1172223"/>
              <a:ext cx="163800" cy="432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19279AEB-808E-B879-7099-F73A2AEC4941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450658" y="1163223"/>
                <a:ext cx="18144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9FB6EF92-D738-E9D2-3CC6-F9149FF4D927}"/>
                  </a:ext>
                </a:extLst>
              </p14:cNvPr>
              <p14:cNvContentPartPr/>
              <p14:nvPr/>
            </p14:nvContentPartPr>
            <p14:xfrm>
              <a:off x="1085978" y="1155303"/>
              <a:ext cx="568800" cy="2124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9FB6EF92-D738-E9D2-3CC6-F9149FF4D927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1077338" y="1146663"/>
                <a:ext cx="58644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0DC81613-25B4-4052-43B9-1F09394B77C9}"/>
                  </a:ext>
                </a:extLst>
              </p14:cNvPr>
              <p14:cNvContentPartPr/>
              <p14:nvPr/>
            </p14:nvContentPartPr>
            <p14:xfrm>
              <a:off x="1308458" y="1165743"/>
              <a:ext cx="344520" cy="1512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0DC81613-25B4-4052-43B9-1F09394B77C9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1299458" y="1157103"/>
                <a:ext cx="362160" cy="3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0DCED9B6-5068-D217-3923-2B79DE0D8A94}"/>
                  </a:ext>
                </a:extLst>
              </p14:cNvPr>
              <p14:cNvContentPartPr/>
              <p14:nvPr/>
            </p14:nvContentPartPr>
            <p14:xfrm>
              <a:off x="1075538" y="1123983"/>
              <a:ext cx="107640" cy="1080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0DCED9B6-5068-D217-3923-2B79DE0D8A94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066898" y="1114983"/>
                <a:ext cx="125280" cy="28440"/>
              </a:xfrm>
              <a:prstGeom prst="rect">
                <a:avLst/>
              </a:prstGeom>
            </p:spPr>
          </p:pic>
        </mc:Fallback>
      </mc:AlternateContent>
      <p:grpSp>
        <p:nvGrpSpPr>
          <p:cNvPr id="57" name="Group 56">
            <a:extLst>
              <a:ext uri="{FF2B5EF4-FFF2-40B4-BE49-F238E27FC236}">
                <a16:creationId xmlns:a16="http://schemas.microsoft.com/office/drawing/2014/main" id="{DD8AD836-9858-1E58-F0B3-3F924A46AF9A}"/>
              </a:ext>
            </a:extLst>
          </p:cNvPr>
          <p:cNvGrpSpPr/>
          <p:nvPr/>
        </p:nvGrpSpPr>
        <p:grpSpPr>
          <a:xfrm>
            <a:off x="1073738" y="1140903"/>
            <a:ext cx="183600" cy="5400"/>
            <a:chOff x="1073738" y="1140903"/>
            <a:chExt cx="183600" cy="5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0FAA223-9940-BB59-E08A-6A91BDD089D4}"/>
                    </a:ext>
                  </a:extLst>
                </p14:cNvPr>
                <p14:cNvContentPartPr/>
                <p14:nvPr/>
              </p14:nvContentPartPr>
              <p14:xfrm>
                <a:off x="1098938" y="1142703"/>
                <a:ext cx="158400" cy="36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0FAA223-9940-BB59-E08A-6A91BDD089D4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89938" y="1134063"/>
                  <a:ext cx="17604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9A21560-5767-4FB0-34FE-093AD3AA95D7}"/>
                    </a:ext>
                  </a:extLst>
                </p14:cNvPr>
                <p14:cNvContentPartPr/>
                <p14:nvPr/>
              </p14:nvContentPartPr>
              <p14:xfrm>
                <a:off x="1073738" y="1140903"/>
                <a:ext cx="34200" cy="3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9A21560-5767-4FB0-34FE-093AD3AA95D7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64738" y="1131903"/>
                  <a:ext cx="5184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962CAF0D-AE1B-6C84-0FFB-C4159250B4D7}"/>
                  </a:ext>
                </a:extLst>
              </p14:cNvPr>
              <p14:cNvContentPartPr/>
              <p14:nvPr/>
            </p14:nvContentPartPr>
            <p14:xfrm>
              <a:off x="1556138" y="1140903"/>
              <a:ext cx="29880" cy="36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962CAF0D-AE1B-6C84-0FFB-C4159250B4D7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1547138" y="1131903"/>
                <a:ext cx="4752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F202BA74-8B71-7182-D32D-EB2063D0F658}"/>
                  </a:ext>
                </a:extLst>
              </p14:cNvPr>
              <p14:cNvContentPartPr/>
              <p14:nvPr/>
            </p14:nvContentPartPr>
            <p14:xfrm>
              <a:off x="1507898" y="1140903"/>
              <a:ext cx="128160" cy="36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F202BA74-8B71-7182-D32D-EB2063D0F658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498898" y="1131903"/>
                <a:ext cx="1458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63" name="Group 62">
            <a:extLst>
              <a:ext uri="{FF2B5EF4-FFF2-40B4-BE49-F238E27FC236}">
                <a16:creationId xmlns:a16="http://schemas.microsoft.com/office/drawing/2014/main" id="{7C9B5990-6B44-14D5-9E12-06CAA6364250}"/>
              </a:ext>
            </a:extLst>
          </p:cNvPr>
          <p:cNvGrpSpPr/>
          <p:nvPr/>
        </p:nvGrpSpPr>
        <p:grpSpPr>
          <a:xfrm>
            <a:off x="1480538" y="1122183"/>
            <a:ext cx="196560" cy="23040"/>
            <a:chOff x="1480538" y="1122183"/>
            <a:chExt cx="196560" cy="2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1790EBF-A2DA-E9B8-29EE-130AA5D3B465}"/>
                    </a:ext>
                  </a:extLst>
                </p14:cNvPr>
                <p14:cNvContentPartPr/>
                <p14:nvPr/>
              </p14:nvContentPartPr>
              <p14:xfrm>
                <a:off x="1568738" y="1134423"/>
                <a:ext cx="360" cy="3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1790EBF-A2DA-E9B8-29EE-130AA5D3B46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559738" y="112578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A2DE8C8-26FC-4E5A-0722-ABC75E12B696}"/>
                    </a:ext>
                  </a:extLst>
                </p14:cNvPr>
                <p14:cNvContentPartPr/>
                <p14:nvPr/>
              </p14:nvContentPartPr>
              <p14:xfrm>
                <a:off x="1570538" y="1134423"/>
                <a:ext cx="360" cy="3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A2DE8C8-26FC-4E5A-0722-ABC75E12B69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561898" y="112578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20151A0-72FA-0A5C-9957-2E166DDD86A2}"/>
                    </a:ext>
                  </a:extLst>
                </p14:cNvPr>
                <p14:cNvContentPartPr/>
                <p14:nvPr/>
              </p14:nvContentPartPr>
              <p14:xfrm>
                <a:off x="1541378" y="1122183"/>
                <a:ext cx="52200" cy="126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20151A0-72FA-0A5C-9957-2E166DDD86A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532378" y="1113543"/>
                  <a:ext cx="6984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A2ED259-741C-AA25-8684-3E4CBD0A5FEE}"/>
                    </a:ext>
                  </a:extLst>
                </p14:cNvPr>
                <p14:cNvContentPartPr/>
                <p14:nvPr/>
              </p14:nvContentPartPr>
              <p14:xfrm>
                <a:off x="1522298" y="1126503"/>
                <a:ext cx="86040" cy="126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A2ED259-741C-AA25-8684-3E4CBD0A5FE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513658" y="1117503"/>
                  <a:ext cx="1036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D1357F8-7D13-0A78-E10A-F62D3DCA1881}"/>
                    </a:ext>
                  </a:extLst>
                </p14:cNvPr>
                <p14:cNvContentPartPr/>
                <p14:nvPr/>
              </p14:nvContentPartPr>
              <p14:xfrm>
                <a:off x="1509698" y="1123983"/>
                <a:ext cx="79560" cy="172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D1357F8-7D13-0A78-E10A-F62D3DCA188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501058" y="1114983"/>
                  <a:ext cx="9720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3DCA99C-2E10-636C-FE0F-3263A397C1C0}"/>
                    </a:ext>
                  </a:extLst>
                </p14:cNvPr>
                <p14:cNvContentPartPr/>
                <p14:nvPr/>
              </p14:nvContentPartPr>
              <p14:xfrm>
                <a:off x="1480538" y="1133343"/>
                <a:ext cx="196560" cy="118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3DCA99C-2E10-636C-FE0F-3263A397C1C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471538" y="1124703"/>
                  <a:ext cx="214200" cy="295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0F014ECE-403F-8ACC-5545-3BF8504CAD38}"/>
              </a:ext>
            </a:extLst>
          </p:cNvPr>
          <p:cNvSpPr txBox="1"/>
          <p:nvPr/>
        </p:nvSpPr>
        <p:spPr>
          <a:xfrm>
            <a:off x="389276" y="505100"/>
            <a:ext cx="11411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Almost AC</a:t>
            </a:r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ser_cleaned_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0" y="182880"/>
            <a:ext cx="670529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rPr dirty="0"/>
              <a:t>Fasal-Disha </a:t>
            </a:r>
            <a:r>
              <a:rPr lang="en-IN" dirty="0"/>
              <a:t>Technical App</a:t>
            </a:r>
            <a:r>
              <a:rPr dirty="0"/>
              <a:t>roach</a:t>
            </a:r>
          </a:p>
          <a:p>
            <a:pPr algn="ctr">
              <a:defRPr sz="1100" b="1">
                <a:solidFill>
                  <a:srgbClr val="14532D"/>
                </a:solidFill>
                <a:latin typeface="Arial"/>
              </a:defRPr>
            </a:pPr>
            <a:r>
              <a:rPr lang="en-US" sz="1100" b="1" dirty="0">
                <a:solidFill>
                  <a:srgbClr val="14532D"/>
                </a:solidFill>
                <a:latin typeface="Arial"/>
              </a:rPr>
              <a:t>Technical Architecture </a:t>
            </a:r>
            <a:r>
              <a:rPr lang="en-IN" sz="1100" b="1" dirty="0">
                <a:solidFill>
                  <a:srgbClr val="14532D"/>
                </a:solidFill>
                <a:latin typeface="Arial"/>
              </a:rPr>
              <a:t>• </a:t>
            </a:r>
            <a:r>
              <a:rPr lang="en-US" sz="1100" b="1" dirty="0">
                <a:solidFill>
                  <a:srgbClr val="14532D"/>
                </a:solidFill>
                <a:latin typeface="Arial"/>
              </a:rPr>
              <a:t>Technologies Used </a:t>
            </a:r>
            <a:r>
              <a:rPr lang="en-IN" sz="1100" b="1" dirty="0">
                <a:solidFill>
                  <a:srgbClr val="14532D"/>
                </a:solidFill>
                <a:latin typeface="Arial"/>
              </a:rPr>
              <a:t>• </a:t>
            </a:r>
            <a:r>
              <a:rPr lang="en-US" sz="1100" b="1" dirty="0">
                <a:solidFill>
                  <a:srgbClr val="14532D"/>
                </a:solidFill>
                <a:latin typeface="Arial"/>
              </a:rPr>
              <a:t>Implementation Methodology</a:t>
            </a:r>
            <a:endParaRPr lang="en-IN" sz="1100" b="1" dirty="0">
              <a:solidFill>
                <a:srgbClr val="14532D"/>
              </a:solidFill>
              <a:latin typeface="Arial"/>
            </a:endParaRPr>
          </a:p>
          <a:p>
            <a:pPr algn="ctr">
              <a:defRPr sz="1100" b="1">
                <a:solidFill>
                  <a:srgbClr val="14532D"/>
                </a:solidFill>
                <a:latin typeface="Arial"/>
              </a:defRPr>
            </a:pP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B51269-13EC-B33B-4830-F0BF4CA54B8D}"/>
              </a:ext>
            </a:extLst>
          </p:cNvPr>
          <p:cNvSpPr txBox="1"/>
          <p:nvPr/>
        </p:nvSpPr>
        <p:spPr>
          <a:xfrm>
            <a:off x="389276" y="505100"/>
            <a:ext cx="11411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Almost AC</a:t>
            </a:r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E95126C-A7C0-B111-7955-3F8C790B846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28703" y="1137261"/>
            <a:ext cx="9834033" cy="52042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ser_cleaned_slide_4.png"/>
          <p:cNvPicPr>
            <a:picLocks noChangeAspect="1"/>
          </p:cNvPicPr>
          <p:nvPr/>
        </p:nvPicPr>
        <p:blipFill>
          <a:blip r:embed="rId2"/>
          <a:srcRect t="17206"/>
          <a:stretch>
            <a:fillRect/>
          </a:stretch>
        </p:blipFill>
        <p:spPr>
          <a:xfrm>
            <a:off x="0" y="1179964"/>
            <a:ext cx="12191695" cy="567803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2248" y="271497"/>
            <a:ext cx="6705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rPr dirty="0"/>
              <a:t>Feasibility, Viability &amp; Mitigations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6DF418-0831-8A43-A7F3-0BC3ED997628}"/>
              </a:ext>
            </a:extLst>
          </p:cNvPr>
          <p:cNvSpPr txBox="1"/>
          <p:nvPr/>
        </p:nvSpPr>
        <p:spPr>
          <a:xfrm>
            <a:off x="389276" y="505100"/>
            <a:ext cx="11411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Almost AC</a:t>
            </a:r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E28F361B-E9AB-4683-6074-74618D96F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9" name="Footer Placeholder 6">
            <a:extLst>
              <a:ext uri="{FF2B5EF4-FFF2-40B4-BE49-F238E27FC236}">
                <a16:creationId xmlns:a16="http://schemas.microsoft.com/office/drawing/2014/main" id="{90F8AB39-C3EF-7741-3B6C-647840890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8ADCC03-7293-006C-9F39-F0CA6CF92D2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5245" y="1051114"/>
            <a:ext cx="11252627" cy="5296772"/>
          </a:xfrm>
          <a:prstGeom prst="rect">
            <a:avLst/>
          </a:prstGeom>
        </p:spPr>
      </p:pic>
      <p:pic>
        <p:nvPicPr>
          <p:cNvPr id="12" name="Picture 2" descr="https://www.sih.gov.in/img1/SIH-Logo.png">
            <a:extLst>
              <a:ext uri="{FF2B5EF4-FFF2-40B4-BE49-F238E27FC236}">
                <a16:creationId xmlns:a16="http://schemas.microsoft.com/office/drawing/2014/main" id="{5AE4D36B-246A-9C1D-D569-8AD547BA3C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Oval 12" descr="Your startup LOGO">
            <a:extLst>
              <a:ext uri="{FF2B5EF4-FFF2-40B4-BE49-F238E27FC236}">
                <a16:creationId xmlns:a16="http://schemas.microsoft.com/office/drawing/2014/main" id="{635ACA5B-26CE-9D32-DECF-3F6C22DECFC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67ED71-64D8-4A75-ED0D-CE2A08C8B78C}"/>
              </a:ext>
            </a:extLst>
          </p:cNvPr>
          <p:cNvSpPr txBox="1"/>
          <p:nvPr/>
        </p:nvSpPr>
        <p:spPr>
          <a:xfrm>
            <a:off x="389276" y="503611"/>
            <a:ext cx="11411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Almost AC</a:t>
            </a:r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ser_cleaned_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77E40CE-D4C5-10EF-A457-2ED3EC296298}"/>
              </a:ext>
            </a:extLst>
          </p:cNvPr>
          <p:cNvSpPr txBox="1"/>
          <p:nvPr/>
        </p:nvSpPr>
        <p:spPr>
          <a:xfrm>
            <a:off x="389276" y="505100"/>
            <a:ext cx="11411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Almost AC</a:t>
            </a:r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95D333B-431F-10F9-261F-96E0C9F31A1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8047"/>
          <a:stretch>
            <a:fillRect/>
          </a:stretch>
        </p:blipFill>
        <p:spPr>
          <a:xfrm>
            <a:off x="0" y="1253067"/>
            <a:ext cx="12191695" cy="5639594"/>
          </a:xfrm>
          <a:prstGeom prst="rect">
            <a:avLst/>
          </a:prstGeom>
        </p:spPr>
      </p:pic>
      <p:sp>
        <p:nvSpPr>
          <p:cNvPr id="17409" name="Title 1"/>
          <p:cNvSpPr txBox="1">
            <a:spLocks/>
          </p:cNvSpPr>
          <p:nvPr/>
        </p:nvSpPr>
        <p:spPr>
          <a:xfrm>
            <a:off x="320690" y="261373"/>
            <a:ext cx="10972800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9AC63253-CF5B-BC17-5C1D-09A4AE3E4E2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" y="4820945"/>
            <a:ext cx="10205885" cy="1433701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DA222D29-9E4D-CCE5-0EDD-4FB8902638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88BE6077-0271-A081-31FA-B65128661CFE}"/>
              </a:ext>
            </a:extLst>
          </p:cNvPr>
          <p:cNvSpPr txBox="1">
            <a:spLocks/>
          </p:cNvSpPr>
          <p:nvPr/>
        </p:nvSpPr>
        <p:spPr>
          <a:xfrm>
            <a:off x="460185" y="222984"/>
            <a:ext cx="10972800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478E7CC6-1D32-B33F-916D-B6B91C185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30" name="Footer Placeholder 6">
            <a:extLst>
              <a:ext uri="{FF2B5EF4-FFF2-40B4-BE49-F238E27FC236}">
                <a16:creationId xmlns:a16="http://schemas.microsoft.com/office/drawing/2014/main" id="{5D2D8774-77F8-3EB8-6F04-713092494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31" name="Oval 30" descr="Your startup LOGO">
            <a:extLst>
              <a:ext uri="{FF2B5EF4-FFF2-40B4-BE49-F238E27FC236}">
                <a16:creationId xmlns:a16="http://schemas.microsoft.com/office/drawing/2014/main" id="{45D0A44D-94CB-CDD1-4BC0-D5FB0335404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2" name="Picture 2" descr="https://www.sih.gov.in/img1/SIH-Logo.png">
            <a:extLst>
              <a:ext uri="{FF2B5EF4-FFF2-40B4-BE49-F238E27FC236}">
                <a16:creationId xmlns:a16="http://schemas.microsoft.com/office/drawing/2014/main" id="{5E035155-E4E4-3FF9-D263-8A3289D328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49E396C6-A30B-5757-A398-C93FDAAB1D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33" y="1196661"/>
            <a:ext cx="6292645" cy="3694471"/>
          </a:xfrm>
          <a:prstGeom prst="rect">
            <a:avLst/>
          </a:prstGeom>
        </p:spPr>
      </p:pic>
      <p:sp>
        <p:nvSpPr>
          <p:cNvPr id="34" name="Rectangle 33">
            <a:hlinkClick r:id="rId5"/>
            <a:extLst>
              <a:ext uri="{FF2B5EF4-FFF2-40B4-BE49-F238E27FC236}">
                <a16:creationId xmlns:a16="http://schemas.microsoft.com/office/drawing/2014/main" id="{720DDCD9-9054-5014-DA18-83E67E3AECC6}"/>
              </a:ext>
            </a:extLst>
          </p:cNvPr>
          <p:cNvSpPr/>
          <p:nvPr/>
        </p:nvSpPr>
        <p:spPr>
          <a:xfrm>
            <a:off x="4903838" y="1936384"/>
            <a:ext cx="1258529" cy="40327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869FE54-54B9-075A-25CD-C4C2EBB1ED19}"/>
              </a:ext>
            </a:extLst>
          </p:cNvPr>
          <p:cNvSpPr/>
          <p:nvPr/>
        </p:nvSpPr>
        <p:spPr>
          <a:xfrm>
            <a:off x="4903838" y="2762865"/>
            <a:ext cx="1258529" cy="1919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Rectangle 35">
            <a:hlinkClick r:id="rId6"/>
            <a:extLst>
              <a:ext uri="{FF2B5EF4-FFF2-40B4-BE49-F238E27FC236}">
                <a16:creationId xmlns:a16="http://schemas.microsoft.com/office/drawing/2014/main" id="{098A3484-A0C8-82E7-3D95-F3E0CFF035DD}"/>
              </a:ext>
            </a:extLst>
          </p:cNvPr>
          <p:cNvSpPr/>
          <p:nvPr/>
        </p:nvSpPr>
        <p:spPr>
          <a:xfrm>
            <a:off x="5011994" y="2793965"/>
            <a:ext cx="1150373" cy="29793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Rectangle 36">
            <a:hlinkClick r:id="rId7"/>
            <a:extLst>
              <a:ext uri="{FF2B5EF4-FFF2-40B4-BE49-F238E27FC236}">
                <a16:creationId xmlns:a16="http://schemas.microsoft.com/office/drawing/2014/main" id="{58CA1A1B-EB7B-A016-B6CD-BC642BD88C19}"/>
              </a:ext>
            </a:extLst>
          </p:cNvPr>
          <p:cNvSpPr/>
          <p:nvPr/>
        </p:nvSpPr>
        <p:spPr>
          <a:xfrm>
            <a:off x="5195205" y="3596864"/>
            <a:ext cx="900794" cy="19664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Rectangle 39">
            <a:hlinkClick r:id="rId8"/>
            <a:extLst>
              <a:ext uri="{FF2B5EF4-FFF2-40B4-BE49-F238E27FC236}">
                <a16:creationId xmlns:a16="http://schemas.microsoft.com/office/drawing/2014/main" id="{9604E164-324D-CBF8-65E6-F4AA52540211}"/>
              </a:ext>
            </a:extLst>
          </p:cNvPr>
          <p:cNvSpPr/>
          <p:nvPr/>
        </p:nvSpPr>
        <p:spPr>
          <a:xfrm>
            <a:off x="5329084" y="4365522"/>
            <a:ext cx="900794" cy="40166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19148C4D-7D2A-2A98-9D86-49DC0E6DB4F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86835" y="1280081"/>
            <a:ext cx="5705165" cy="3589748"/>
          </a:xfrm>
          <a:prstGeom prst="rect">
            <a:avLst/>
          </a:prstGeom>
        </p:spPr>
      </p:pic>
      <p:sp>
        <p:nvSpPr>
          <p:cNvPr id="42" name="Rectangle 41">
            <a:hlinkClick r:id="rId10"/>
            <a:extLst>
              <a:ext uri="{FF2B5EF4-FFF2-40B4-BE49-F238E27FC236}">
                <a16:creationId xmlns:a16="http://schemas.microsoft.com/office/drawing/2014/main" id="{E8E004D6-1CC7-B780-294B-FFC141CEB1B9}"/>
              </a:ext>
            </a:extLst>
          </p:cNvPr>
          <p:cNvSpPr/>
          <p:nvPr/>
        </p:nvSpPr>
        <p:spPr>
          <a:xfrm>
            <a:off x="10972800" y="1921855"/>
            <a:ext cx="983226" cy="41780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Rectangle 42">
            <a:hlinkClick r:id="rId11"/>
            <a:extLst>
              <a:ext uri="{FF2B5EF4-FFF2-40B4-BE49-F238E27FC236}">
                <a16:creationId xmlns:a16="http://schemas.microsoft.com/office/drawing/2014/main" id="{72464687-26C9-818B-8D7A-9B2F180C93E0}"/>
              </a:ext>
            </a:extLst>
          </p:cNvPr>
          <p:cNvSpPr/>
          <p:nvPr/>
        </p:nvSpPr>
        <p:spPr>
          <a:xfrm>
            <a:off x="10972800" y="2684206"/>
            <a:ext cx="983226" cy="39380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Rectangle 43">
            <a:hlinkClick r:id="rId12"/>
            <a:extLst>
              <a:ext uri="{FF2B5EF4-FFF2-40B4-BE49-F238E27FC236}">
                <a16:creationId xmlns:a16="http://schemas.microsoft.com/office/drawing/2014/main" id="{241CFB47-2E73-3DDC-72B7-3F932732350A}"/>
              </a:ext>
            </a:extLst>
          </p:cNvPr>
          <p:cNvSpPr/>
          <p:nvPr/>
        </p:nvSpPr>
        <p:spPr>
          <a:xfrm>
            <a:off x="10972800" y="3428999"/>
            <a:ext cx="983226" cy="35099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Rectangle 44">
            <a:hlinkClick r:id="rId13"/>
            <a:extLst>
              <a:ext uri="{FF2B5EF4-FFF2-40B4-BE49-F238E27FC236}">
                <a16:creationId xmlns:a16="http://schemas.microsoft.com/office/drawing/2014/main" id="{5A833DAF-8551-7EF6-67F5-772D483D0009}"/>
              </a:ext>
            </a:extLst>
          </p:cNvPr>
          <p:cNvSpPr/>
          <p:nvPr/>
        </p:nvSpPr>
        <p:spPr>
          <a:xfrm>
            <a:off x="10815484" y="4237702"/>
            <a:ext cx="1235002" cy="39380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1C929CA6-951E-887D-F90E-FDD8218AF31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333703" y="4911415"/>
            <a:ext cx="1716783" cy="1343231"/>
          </a:xfrm>
          <a:prstGeom prst="rect">
            <a:avLst/>
          </a:prstGeom>
        </p:spPr>
      </p:pic>
      <p:sp>
        <p:nvSpPr>
          <p:cNvPr id="47" name="Rectangle 46">
            <a:hlinkClick r:id="rId15"/>
            <a:extLst>
              <a:ext uri="{FF2B5EF4-FFF2-40B4-BE49-F238E27FC236}">
                <a16:creationId xmlns:a16="http://schemas.microsoft.com/office/drawing/2014/main" id="{64E64E54-16D6-7E8D-E8A8-165322C3A80A}"/>
              </a:ext>
            </a:extLst>
          </p:cNvPr>
          <p:cNvSpPr/>
          <p:nvPr/>
        </p:nvSpPr>
        <p:spPr>
          <a:xfrm>
            <a:off x="993058" y="5761703"/>
            <a:ext cx="1740310" cy="2691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F093C6D-2760-AD30-99C0-8D1B7561711C}"/>
              </a:ext>
            </a:extLst>
          </p:cNvPr>
          <p:cNvSpPr txBox="1"/>
          <p:nvPr/>
        </p:nvSpPr>
        <p:spPr>
          <a:xfrm>
            <a:off x="408243" y="502024"/>
            <a:ext cx="10949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Almost AC</a:t>
            </a:r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Rectangle 49">
            <a:hlinkClick r:id="rId16"/>
            <a:extLst>
              <a:ext uri="{FF2B5EF4-FFF2-40B4-BE49-F238E27FC236}">
                <a16:creationId xmlns:a16="http://schemas.microsoft.com/office/drawing/2014/main" id="{85409052-34E7-C016-C6FB-352480779868}"/>
              </a:ext>
            </a:extLst>
          </p:cNvPr>
          <p:cNvSpPr/>
          <p:nvPr/>
        </p:nvSpPr>
        <p:spPr>
          <a:xfrm>
            <a:off x="3527066" y="5668261"/>
            <a:ext cx="923014" cy="2722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7F6F21-15D8-2FC0-6CB9-70380F1233C5}"/>
              </a:ext>
            </a:extLst>
          </p:cNvPr>
          <p:cNvSpPr/>
          <p:nvPr/>
        </p:nvSpPr>
        <p:spPr>
          <a:xfrm>
            <a:off x="3388807" y="5784852"/>
            <a:ext cx="1693333" cy="322861"/>
          </a:xfrm>
          <a:prstGeom prst="rect">
            <a:avLst/>
          </a:prstGeom>
          <a:solidFill>
            <a:srgbClr val="F8FDFA"/>
          </a:solidFill>
          <a:ln>
            <a:solidFill>
              <a:srgbClr val="F8FD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00" b="1" dirty="0">
              <a:solidFill>
                <a:srgbClr val="08A94E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4F987F-44CD-EAB9-3793-E3D8766F02DA}"/>
              </a:ext>
            </a:extLst>
          </p:cNvPr>
          <p:cNvSpPr txBox="1"/>
          <p:nvPr/>
        </p:nvSpPr>
        <p:spPr>
          <a:xfrm>
            <a:off x="3496402" y="5661691"/>
            <a:ext cx="7390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 err="1">
                <a:solidFill>
                  <a:srgbClr val="13AE56"/>
                </a:solidFill>
                <a:latin typeface="Arial" panose="020B0604020202020204" pitchFamily="34" charset="0"/>
                <a:ea typeface="Sans Serif Collection" panose="020B0502040504020204" pitchFamily="34" charset="0"/>
                <a:cs typeface="Arial" panose="020B0604020202020204" pitchFamily="34" charset="0"/>
              </a:rPr>
              <a:t>Youtube</a:t>
            </a:r>
            <a:r>
              <a:rPr lang="en-US" sz="900" b="1" dirty="0">
                <a:solidFill>
                  <a:srgbClr val="13AE56"/>
                </a:solidFill>
                <a:latin typeface="Arial" panose="020B0604020202020204" pitchFamily="34" charset="0"/>
                <a:ea typeface="Sans Serif Collection" panose="020B0502040504020204" pitchFamily="34" charset="0"/>
                <a:cs typeface="Arial" panose="020B0604020202020204" pitchFamily="34" charset="0"/>
              </a:rPr>
              <a:t> </a:t>
            </a:r>
            <a:endParaRPr lang="en-IN" sz="900" b="1" dirty="0">
              <a:solidFill>
                <a:srgbClr val="13AE56"/>
              </a:solidFill>
              <a:latin typeface="Arial" panose="020B0604020202020204" pitchFamily="34" charset="0"/>
              <a:ea typeface="Sans Serif Collection" panose="020B0502040504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Graphic 4" descr="Back with solid fill">
            <a:extLst>
              <a:ext uri="{FF2B5EF4-FFF2-40B4-BE49-F238E27FC236}">
                <a16:creationId xmlns:a16="http://schemas.microsoft.com/office/drawing/2014/main" id="{9CCE0F6F-0120-E3F4-89F9-A24F50C159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083353" y="5715983"/>
            <a:ext cx="91440" cy="914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7_h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18C406E-E83C-B6DF-83D9-09BCF82491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6140DEDA-EDF0-9D49-7CC2-B00599E4C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3DFC29-CAF4-D1E9-9F3D-ED4373DA9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76</Words>
  <Application>Microsoft Office PowerPoint</Application>
  <PresentationFormat>Widescreen</PresentationFormat>
  <Paragraphs>20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Helvetica</vt:lpstr>
      <vt:lpstr>Times New Roman</vt:lpstr>
      <vt:lpstr>TradeGothic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Sujeet Sandeep Bade (00003376584)</cp:lastModifiedBy>
  <cp:revision>5</cp:revision>
  <dcterms:created xsi:type="dcterms:W3CDTF">2013-01-27T09:14:16Z</dcterms:created>
  <dcterms:modified xsi:type="dcterms:W3CDTF">2026-08-24T17:37:33Z</dcterms:modified>
  <cp:category/>
</cp:coreProperties>
</file>